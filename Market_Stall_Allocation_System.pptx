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6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386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03791" y="-1257300"/>
            <a:ext cx="3840480" cy="38404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STALL ALLOCATION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8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Public Service Database System Using MySQL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9C6B3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77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· SUSTAINABLE CITIES &amp; COMMUNITIES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 •  GROUP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Limkokwing University of Creative Technology, Sierra Leone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47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market record-keeping in Sierra Leone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Design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862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Physical Data Model, five linked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383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7764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build, sample data &amp; data manipulation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2976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&amp; Security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690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reporting, JOINs &amp; user 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2120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605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SDG alignment &amp; conclusion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1600200"/>
            <a:ext cx="4709160" cy="4572000"/>
          </a:xfrm>
          <a:prstGeom prst="roundRect">
            <a:avLst>
              <a:gd name="adj" fmla="val 1600"/>
            </a:avLst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24" name="Shape 22"/>
          <p:cNvSpPr/>
          <p:nvPr/>
        </p:nvSpPr>
        <p:spPr>
          <a:xfrm>
            <a:off x="8412480" y="2194560"/>
            <a:ext cx="1737360" cy="17373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SL" dirty="0"/>
          </a:p>
        </p:txBody>
      </p:sp>
      <p:sp>
        <p:nvSpPr>
          <p:cNvPr id="25" name="Text 23"/>
          <p:cNvSpPr/>
          <p:nvPr/>
        </p:nvSpPr>
        <p:spPr>
          <a:xfrm>
            <a:off x="841248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BBIT1201F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41605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3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470916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102 — Introduction to Database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86600" y="56235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Stall Allocation System  ·  SDG 11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in Sierra Leonean Markets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C6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Manual Record-Keeping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5856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Misplaced paper records of traders and stalls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099816"/>
            <a:ext cx="146304" cy="146304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971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conflicting stall allocations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813048"/>
            <a:ext cx="146304" cy="146304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6850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trader registration with no central record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526280"/>
            <a:ext cx="146304" cy="146304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39826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track who owes registration fees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5239512"/>
            <a:ext cx="146304" cy="146304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11149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Difficult, time-consuming administrative reporting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349240" cy="4754880"/>
          </a:xfrm>
          <a:prstGeom prst="roundRect">
            <a:avLst>
              <a:gd name="adj" fmla="val 1154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A Relational Database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0" y="2386584"/>
            <a:ext cx="146304" cy="146304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2585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MySQL database for the whole market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099816"/>
            <a:ext cx="146304" cy="146304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971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foreign keys prevent duplicate allocations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0" y="3813048"/>
            <a:ext cx="146304" cy="146304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6850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trader registration with unique IDs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0" y="4526280"/>
            <a:ext cx="146304" cy="146304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3982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SQL reports on payments &amp; balances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5239512"/>
            <a:ext cx="146304" cy="146304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511149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accounts protect sensitive data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SUSTAINABLE DEVELOPMENT GOALS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Cities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Communities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8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a primary source of livelihood for thousands of Sierra Leonean traders. A well-managed, transparent market is a foundation of a sustainable, inclusive community.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System Helps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55080" y="2240280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6693408" y="2103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accountability in public resource management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3154680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6693408" y="3017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corruption risk through auditable records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4069080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693408" y="3931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transparent, data-driven local governance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4983480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4846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trust between traders and market authorities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information flows through the Market Stall Allocation System</a:t>
            </a:r>
            <a:endParaRPr lang="en-US" sz="1300" dirty="0"/>
          </a:p>
        </p:txBody>
      </p:sp>
      <p:pic>
        <p:nvPicPr>
          <p:cNvPr id="4" name="Image 0" descr="assets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10789920" cy="35478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54864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1F8F4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5595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897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&amp; markets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47872" y="54864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1F8F4"/>
          </a:solidFill>
          <a:ln/>
        </p:spPr>
      </p:sp>
      <p:sp>
        <p:nvSpPr>
          <p:cNvPr id="9" name="Text 6"/>
          <p:cNvSpPr/>
          <p:nvPr/>
        </p:nvSpPr>
        <p:spPr>
          <a:xfrm>
            <a:off x="3685032" y="55595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85032" y="5897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Stalls to traders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9944" y="54864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1F8F4"/>
          </a:solidFill>
          <a:ln/>
        </p:spPr>
      </p:sp>
      <p:sp>
        <p:nvSpPr>
          <p:cNvPr id="12" name="Text 9"/>
          <p:cNvSpPr/>
          <p:nvPr/>
        </p:nvSpPr>
        <p:spPr>
          <a:xfrm>
            <a:off x="6547104" y="55595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47104" y="5897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fees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272016" y="54864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1F8F4"/>
          </a:solidFill>
          <a:ln/>
        </p:spPr>
      </p:sp>
      <p:sp>
        <p:nvSpPr>
          <p:cNvPr id="15" name="Text 12"/>
          <p:cNvSpPr/>
          <p:nvPr/>
        </p:nvSpPr>
        <p:spPr>
          <a:xfrm>
            <a:off x="9409176" y="55595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409176" y="5897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SQL queries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Refining the Physical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individual Assignment 1 designs to one agreed, group-refined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05740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64992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presented their individual CDM, LDM &amp; PDM from Assignment 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288" y="17830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75988" y="2057400"/>
            <a:ext cx="640080" cy="64008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11" name="Text 9"/>
          <p:cNvSpPr/>
          <p:nvPr/>
        </p:nvSpPr>
        <p:spPr>
          <a:xfrm>
            <a:off x="4475988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84448" y="2880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3364992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naming, data-type, and constraint inconsistencies across designs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45936" y="17830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74636" y="205740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7374636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83096" y="2880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4536" y="3364992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UNIQUE, DEFAULT and explicit referential-action constraints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44584" y="17830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73284" y="2057400"/>
            <a:ext cx="640080" cy="64008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273284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81744" y="2880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73184" y="3364992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one refined Physical Data Model for implementation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Data Model (Assignment 1)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high-level entity relationships that anchor the refined design</a:t>
            </a:r>
            <a:endParaRPr lang="en-US" sz="13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47745" y="1696629"/>
            <a:ext cx="6266029" cy="44248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Refined Physical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tables, full key structure, agreed by the group for implementation</a:t>
            </a:r>
            <a:endParaRPr lang="en-US" sz="13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40681" y="1691640"/>
            <a:ext cx="6280158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Tables, One Connected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46504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4650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market_id, market_name, location, market_type, contact_phone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734056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3405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587752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trader_id, full_name, phone_number, business_type, national_id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721608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9C6B3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216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575304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stall_id, market_id (FK), stall_number, monthly_rate, status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6285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70916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09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4562856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allocation_id, trader_id (FK), stall_id (FK), dates, status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504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696712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69671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5550408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registration_id, allocation_id (FK), amount, payment status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24912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 guarantees unique, automatic record identifiers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47288" y="155448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VARCHAR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84448" y="2331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84448" y="2724912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Flexible-length storage for names, addresses &amp; status labels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45936" y="155448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3096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C6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83096" y="2331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fields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83096" y="2724912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storage for allocation, expiry &amp; payment dates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44584" y="155448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81744" y="1783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DECIMAL(10,2)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81744" y="2331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fields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81744" y="2724912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precision for stall rates &amp; registration fees — no rounding errors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applied throughout: PRIMARY KEY · FOREIGN KEY · NOT NULL · UNIQUE · DEFAULT · ON UPDATE CASCADE / ON DELETE RESTRICT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MySQL via phpMyAdmin / XAMPP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F2A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market_stall_allocation_system;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market_stall_allocation_system;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94720" cy="3707860"/>
          </a:xfrm>
          <a:prstGeom prst="roundRect">
            <a:avLst>
              <a:gd name="adj" fmla="val 2712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10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Manipulation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 &amp; DELETE demonstrated on live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trader record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54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trader (full_name, phone_number, ...)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('Tucker Samuel Doe', '079000111', ...);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4663440"/>
            <a:ext cx="3200400" cy="11887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4663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8288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9C6B3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 trader's phone number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306324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154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trader</a:t>
            </a:r>
            <a:endParaRPr lang="en-US" sz="950" dirty="0"/>
          </a:p>
          <a:p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r>
              <a:rPr lang="en-US" sz="950" dirty="0" err="1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phone_number</a:t>
            </a:r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' 073782211'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trader_id = 1;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4663440"/>
            <a:ext cx="3200400" cy="11887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noFill/>
            <a:prstDash val="dash"/>
          </a:ln>
        </p:spPr>
        <p:txBody>
          <a:bodyPr/>
          <a:lstStyle/>
          <a:p>
            <a:endParaRPr lang="en-SL" dirty="0"/>
          </a:p>
        </p:txBody>
      </p:sp>
      <p:sp>
        <p:nvSpPr>
          <p:cNvPr id="19" name="Text 17"/>
          <p:cNvSpPr/>
          <p:nvPr/>
        </p:nvSpPr>
        <p:spPr>
          <a:xfrm>
            <a:off x="4572000" y="4663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66760" y="18288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2423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erroneous expired record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66760" y="306324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3154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allocation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allocation_id = 17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F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allocation_status = 'Expired';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66760" y="4663440"/>
            <a:ext cx="3200400" cy="118872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the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sorting, aggregating and limiting results for real reporting needs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trader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66160" y="2468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stalls only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C6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Traders, alphabetically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972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0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26880" y="2468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registered traders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023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" y="4617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registration 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9000" y="38404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4023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C6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566160" y="4617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stall rate per market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8404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4023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46520" y="4617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traders registered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89720" y="38404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0" y="4023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326880" y="4617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cross-table allocation 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Query: Full JOIN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all five tables into one operational 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0F2A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t.full_name AS trader_name, m.market_name AS market,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s.stall_number AS stall, a.allocation_status AS status,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a.allocation_date AS allocated_on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allocation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trader t ON a.trader_id = t.trader_id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stall s  ON a.stall_id = s.stall_id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market m ON s.market_id = m.market_id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a.allocation_date DESC;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572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 Full JOIN Query Output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Trader, market, stall and allocation status combined in a single result 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 &amp; Security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every group member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1828800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988820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'Samuel’@’Samue123'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Privileges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— complete administrative control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1828800"/>
            <a:ext cx="777240" cy="77724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12" name="Text 10"/>
          <p:cNvSpPr/>
          <p:nvPr/>
        </p:nvSpPr>
        <p:spPr>
          <a:xfrm>
            <a:off x="5783580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'Swaray’@’Swaray123'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6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520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 — day-to-day data entry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7FAF8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78340" y="1828800"/>
            <a:ext cx="777240" cy="7772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8" name="Text 16"/>
          <p:cNvSpPr/>
          <p:nvPr/>
        </p:nvSpPr>
        <p:spPr>
          <a:xfrm>
            <a:off x="9578340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</a:rPr>
              <a:t>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2104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'Rashid’@’Rashid23'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Only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3520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— reporting &amp; presentation use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separate accounts make every change traceable, and least-privilege access limits the damage of any mistake or compromised login.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the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Retrieval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to trader &amp; stall information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 Allocations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926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prevent conflicting assignments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Redundancy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926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tables eliminate repeated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Reporting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replace manual report compilation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931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2628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Data Integrity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5257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enforce accurate, complete records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931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4160520"/>
            <a:ext cx="502920" cy="502920"/>
          </a:xfrm>
          <a:prstGeom prst="ellipse">
            <a:avLst/>
          </a:prstGeom>
          <a:solidFill>
            <a:srgbClr val="9C6B30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7532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5257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revenue &amp; occupancy insight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BBIT1201F GROUP 3  |  MARKET STALL ALLOCATION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463040"/>
            <a:ext cx="4572000" cy="4572000"/>
          </a:xfrm>
          <a:prstGeom prst="ellipse">
            <a:avLst/>
          </a:prstGeom>
          <a:solidFill>
            <a:srgbClr val="9C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Foundation for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Market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translated a refined Physical Data Model into a fully working MySQL database — demonstrating primary and foreign keys, data manipulation, structured querying, and role-based security to solve a real administrative problem facing Sierra Leonean markets today.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9C6B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262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 ·  Full referential integrity  ·  10+ queries  ·  Role-based access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1199</Words>
  <Application>Microsoft Macintosh PowerPoint</Application>
  <PresentationFormat>Widescreen</PresentationFormat>
  <Paragraphs>237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Stall Allocation System</dc:title>
  <dc:subject>PptxGenJS Presentation</dc:subject>
  <dc:creator>BBIT1201F Group 3</dc:creator>
  <cp:lastModifiedBy>winstonmandotucker@gmail.com</cp:lastModifiedBy>
  <cp:revision>4</cp:revision>
  <dcterms:created xsi:type="dcterms:W3CDTF">2026-06-23T03:20:21Z</dcterms:created>
  <dcterms:modified xsi:type="dcterms:W3CDTF">2026-06-28T22:41:49Z</dcterms:modified>
</cp:coreProperties>
</file>